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1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8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4734F3-1600-B678-EF37-87DA051E0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D5D8A3-9F46-0A99-82F4-A98030E1D0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32829F-DEE7-11B8-5A35-5000E37AB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787F-68E3-41BC-A4A7-EC55F6232799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47B2D6-9165-E715-7616-115661351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94034-46D4-572F-F9EC-4396FBDE5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52E-03A3-4A16-AAE1-6FEE2ACC3A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33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3A4E13-6D82-6224-B1F3-E5886216D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FCFC30-9EC9-DFD8-D3A1-D435930BD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7EDAD-FA43-5B2F-F369-B588E880B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787F-68E3-41BC-A4A7-EC55F6232799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7E5B91-00FA-C984-FABB-CEAD69A6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5E838F-06D3-8737-3D60-1B4A0844D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52E-03A3-4A16-AAE1-6FEE2ACC3A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53678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DC4C35-69AC-B13F-B4F3-6F717AD69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91AA3E-7D55-6C57-3186-27C38C50C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F01AA-AFA4-AABC-ECCA-71DA30BFC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787F-68E3-41BC-A4A7-EC55F6232799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BDE62D-492B-A7E7-82EC-B2214D6B0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9EC6EB-CFAF-E8E4-5E64-FA2E7662A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52E-03A3-4A16-AAE1-6FEE2ACC3A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8735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25187-AE08-92C0-7A2C-16059BE1A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B61A09-A4E1-DA54-D8AA-D411274824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83E409-0D16-F58A-C221-9B502DB09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D98E07-4F67-85CD-BD85-968B1D0B0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787F-68E3-41BC-A4A7-EC55F6232799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497C1-F768-385C-6EB8-6FCA811D1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539BE7-8407-F716-EE6C-9AAE4D10D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52E-03A3-4A16-AAE1-6FEE2ACC3A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9540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23820F-6233-D531-886C-21DCF532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1553C03-74A1-87C6-F6A6-468CC0BE2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B875A3-74E0-7E13-D8C1-0EF9769884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1BDADE-161B-34AF-A2DA-1C9D5EC31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EC78160-3065-9CBE-202D-B0D7049EAD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0CBF66A-5464-A4E9-D2AF-AF08D91C2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787F-68E3-41BC-A4A7-EC55F6232799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AAD856-A315-2880-C8EB-F3225C522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E8F004F-9BB9-B808-F766-CAD982ACB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52E-03A3-4A16-AAE1-6FEE2ACC3A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02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33253F-C726-05F9-14FC-D93F64E63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1EFC20-98A9-C50E-7D89-618728DF9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787F-68E3-41BC-A4A7-EC55F6232799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F596895-AC67-FADA-5FB3-19B4D2FBA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4AF624-C6F0-6C93-DC8E-B4136213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52E-03A3-4A16-AAE1-6FEE2ACC3A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2667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B308A46-B2E1-71EF-D937-BA4F25A55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787F-68E3-41BC-A4A7-EC55F6232799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0D0C787-5A15-3B7F-9E73-FC8B2A2F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C9DAEE-1444-7D1D-63E8-2B4A13F9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52E-03A3-4A16-AAE1-6FEE2ACC3A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50447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9357B4-88EE-45A6-0BBB-39970DB6C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88DCC1C-0D53-A5AD-627A-A4A0F2F03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221247-F9F9-7FA1-C053-546A9B9719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A279E6-B9DB-8ADE-D019-50B98A2D9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787F-68E3-41BC-A4A7-EC55F6232799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F09150-9CCE-15A1-B804-5A98C6F64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30C729-FBFB-714E-357D-11959F77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52E-03A3-4A16-AAE1-6FEE2ACC3A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321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2B86C2-F565-0E3C-592F-1D49D72EA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FD6E7EB-3E7D-8576-09D4-AF667CE73F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DBF248-6286-E88F-1F84-726445A20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2929BFD-A641-7A98-1066-FB20114B4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787F-68E3-41BC-A4A7-EC55F6232799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21B0191-4FBD-D837-525A-5FF2157BB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27D8FFF-D869-C504-2791-43CF12773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52E-03A3-4A16-AAE1-6FEE2ACC3A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712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6DB01-CF2B-E8BB-A6F3-DF592FA61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29218F-C52C-6E5D-0D09-943F37851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9FEA94-7F1A-9E1D-3306-FB0364076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787F-68E3-41BC-A4A7-EC55F6232799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472F9A-2483-611B-34CE-3AE3660A3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F34F7B-7609-21C4-3B51-FB71B654E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52E-03A3-4A16-AAE1-6FEE2ACC3A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96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6EF66D4-AE7B-67CE-D5CD-FB24512E7D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E68837-6524-545F-6AEB-D4A1DDDD80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F21345-D78D-0029-74F3-D18A3E3D0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C787F-68E3-41BC-A4A7-EC55F6232799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038830-03AF-AC72-1004-AA696DDC7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F4B19A-6CF7-7383-06AB-59DB1E741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5D52E-03A3-4A16-AAE1-6FEE2ACC3A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4112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8F3193-9816-2F2C-DB2C-1BC5BDDA4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1354CD-70BA-6659-F178-19A847B29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A08D029-79AD-86A7-A2DE-A13EF33610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EC787F-68E3-41BC-A4A7-EC55F6232799}" type="datetimeFigureOut">
              <a:rPr lang="ko-KR" altLang="en-US" smtClean="0"/>
              <a:t>2026-05-31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73172F-24FE-9054-88D5-6950BE927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6009ED-6001-EE9F-90A7-DC880F852F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B5D52E-03A3-4A16-AAE1-6FEE2ACC3A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764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5C3EEB-D41F-C66D-B519-4104CE5FD5C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PostgreSQL </a:t>
            </a:r>
            <a:r>
              <a:rPr lang="ko-KR" altLang="en-US" dirty="0"/>
              <a:t>기반 물품 구매 사이트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BF4673-78E3-55B6-6D07-380E0AD40F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데이터베이스 과제</a:t>
            </a:r>
            <a:endParaRPr lang="en-US" altLang="ko-KR" dirty="0"/>
          </a:p>
          <a:p>
            <a:r>
              <a:rPr lang="en-US" altLang="ko-KR" dirty="0"/>
              <a:t>202101529 </a:t>
            </a:r>
            <a:r>
              <a:rPr lang="ko-KR" altLang="en-US" dirty="0"/>
              <a:t>최윤서</a:t>
            </a:r>
            <a:r>
              <a:rPr lang="en-US" altLang="ko-KR" dirty="0"/>
              <a:t>/</a:t>
            </a:r>
            <a:r>
              <a:rPr lang="ko-KR" altLang="en-US" dirty="0"/>
              <a:t>컴퓨터공학부</a:t>
            </a:r>
          </a:p>
        </p:txBody>
      </p:sp>
    </p:spTree>
    <p:extLst>
      <p:ext uri="{BB962C8B-B14F-4D97-AF65-F5344CB8AC3E}">
        <p14:creationId xmlns:p14="http://schemas.microsoft.com/office/powerpoint/2010/main" val="2785301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BFAE24-EDC9-D08B-5557-00368EAD1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37A625-1B10-1567-C835-9C33E08A7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en-US" altLang="ko-KR" dirty="0" err="1"/>
              <a:t>Github</a:t>
            </a:r>
            <a:r>
              <a:rPr lang="ko-KR" altLang="en-US" dirty="0"/>
              <a:t>주소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기능 소개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릴레이션 구조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/>
              <a:t>주요 쿼리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트랜잭션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6. </a:t>
            </a:r>
            <a:r>
              <a:rPr lang="ko-KR" altLang="en-US" dirty="0"/>
              <a:t>정리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35660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0428C-709E-5ADC-468F-686987D6F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Github</a:t>
            </a:r>
            <a:r>
              <a:rPr lang="en-US" altLang="ko-KR" dirty="0"/>
              <a:t> </a:t>
            </a:r>
            <a:r>
              <a:rPr lang="ko-KR" altLang="en-US" dirty="0"/>
              <a:t>주소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FB0E8F-F83B-C2A4-F08D-E0F7733649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링크</a:t>
            </a:r>
          </a:p>
        </p:txBody>
      </p:sp>
    </p:spTree>
    <p:extLst>
      <p:ext uri="{BB962C8B-B14F-4D97-AF65-F5344CB8AC3E}">
        <p14:creationId xmlns:p14="http://schemas.microsoft.com/office/powerpoint/2010/main" val="1120587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DA082F-A72F-806A-9472-3071C7942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기능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A95BE-60A1-8246-948F-EBC7980202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82196" cy="4351338"/>
          </a:xfrm>
        </p:spPr>
        <p:txBody>
          <a:bodyPr/>
          <a:lstStyle/>
          <a:p>
            <a:r>
              <a:rPr lang="en-US" altLang="ko-KR" dirty="0"/>
              <a:t>Node.js</a:t>
            </a:r>
            <a:r>
              <a:rPr lang="ko-KR" altLang="en-US" dirty="0"/>
              <a:t>와 </a:t>
            </a:r>
            <a:r>
              <a:rPr lang="en-US" altLang="ko-KR" dirty="0"/>
              <a:t>Express</a:t>
            </a:r>
            <a:r>
              <a:rPr lang="ko-KR" altLang="en-US" dirty="0"/>
              <a:t>를 이용해 </a:t>
            </a:r>
            <a:r>
              <a:rPr lang="ko-KR" altLang="en-US" dirty="0" err="1"/>
              <a:t>백엔드</a:t>
            </a:r>
            <a:r>
              <a:rPr lang="ko-KR" altLang="en-US" dirty="0"/>
              <a:t> 구현</a:t>
            </a:r>
            <a:endParaRPr lang="en-US" altLang="ko-KR" dirty="0"/>
          </a:p>
          <a:p>
            <a:r>
              <a:rPr lang="en-US" altLang="ko-KR" dirty="0"/>
              <a:t>PostgreSQL</a:t>
            </a:r>
            <a:r>
              <a:rPr lang="ko-KR" altLang="en-US" dirty="0"/>
              <a:t>을 데이터베이스로 사용</a:t>
            </a:r>
            <a:endParaRPr lang="en-US" altLang="ko-KR" dirty="0"/>
          </a:p>
          <a:p>
            <a:r>
              <a:rPr lang="ko-KR" altLang="en-US" dirty="0" err="1"/>
              <a:t>프론트엔드는</a:t>
            </a:r>
            <a:r>
              <a:rPr lang="ko-KR" altLang="en-US" dirty="0"/>
              <a:t> 별도 프레임워크 없이 </a:t>
            </a:r>
            <a:r>
              <a:rPr lang="en-US" altLang="ko-KR" dirty="0"/>
              <a:t>HTML, CSS, </a:t>
            </a:r>
            <a:r>
              <a:rPr lang="en-US" altLang="ko-KR" dirty="0" err="1"/>
              <a:t>JAVAScript</a:t>
            </a:r>
            <a:r>
              <a:rPr lang="ko-KR" altLang="en-US" dirty="0"/>
              <a:t>로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1992BB4-8475-1F78-0429-CD2A6E352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396" y="685799"/>
            <a:ext cx="5471604" cy="5378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244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1B6C62-729B-5DA1-42E5-6B743B3FF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2.1 </a:t>
            </a:r>
            <a:r>
              <a:rPr lang="ko-KR" altLang="en-US" dirty="0"/>
              <a:t>구현된 주요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AD242C-EC8E-9D50-4810-F3A43BDE5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590897"/>
          </a:xfrm>
        </p:spPr>
        <p:txBody>
          <a:bodyPr/>
          <a:lstStyle/>
          <a:p>
            <a:r>
              <a:rPr lang="ko-KR" altLang="en-US" dirty="0"/>
              <a:t>회원가입</a:t>
            </a:r>
            <a:endParaRPr lang="en-US" altLang="ko-KR" dirty="0"/>
          </a:p>
          <a:p>
            <a:pPr lvl="1"/>
            <a:r>
              <a:rPr lang="ko-KR" altLang="en-US" dirty="0"/>
              <a:t>사용자가 이름</a:t>
            </a:r>
            <a:r>
              <a:rPr lang="en-US" altLang="ko-KR" dirty="0"/>
              <a:t>, </a:t>
            </a:r>
            <a:r>
              <a:rPr lang="ko-KR" altLang="en-US" dirty="0"/>
              <a:t>이메일</a:t>
            </a:r>
            <a:r>
              <a:rPr lang="en-US" altLang="ko-KR" dirty="0"/>
              <a:t>, </a:t>
            </a:r>
            <a:r>
              <a:rPr lang="ko-KR" altLang="en-US" dirty="0"/>
              <a:t>비밀번호를 입력해 회원가입</a:t>
            </a:r>
            <a:endParaRPr lang="en-US" altLang="ko-KR" dirty="0"/>
          </a:p>
          <a:p>
            <a:pPr lvl="1"/>
            <a:r>
              <a:rPr lang="ko-KR" altLang="en-US" dirty="0"/>
              <a:t>회원가입 시 </a:t>
            </a:r>
            <a:r>
              <a:rPr lang="ko-KR" altLang="ko-KR" dirty="0" err="1"/>
              <a:t>users</a:t>
            </a:r>
            <a:r>
              <a:rPr lang="ko-KR" altLang="ko-KR" dirty="0"/>
              <a:t> </a:t>
            </a:r>
            <a:r>
              <a:rPr lang="ko-KR" altLang="ko-KR" dirty="0" err="1"/>
              <a:t>릴레이션에</a:t>
            </a:r>
            <a:r>
              <a:rPr lang="ko-KR" altLang="ko-KR" dirty="0"/>
              <a:t> 사용자 정보가 저장되고, 동시에 </a:t>
            </a:r>
            <a:r>
              <a:rPr lang="ko-KR" altLang="ko-KR" dirty="0" err="1"/>
              <a:t>carts</a:t>
            </a:r>
            <a:r>
              <a:rPr lang="ko-KR" altLang="ko-KR" dirty="0"/>
              <a:t> </a:t>
            </a:r>
            <a:r>
              <a:rPr lang="ko-KR" altLang="ko-KR" dirty="0" err="1"/>
              <a:t>릴레이션에</a:t>
            </a:r>
            <a:r>
              <a:rPr lang="ko-KR" altLang="ko-KR" dirty="0"/>
              <a:t> 해당 사용자의 장바구니가 생</a:t>
            </a:r>
            <a:r>
              <a:rPr lang="ko-KR" altLang="en-US" dirty="0"/>
              <a:t>성</a:t>
            </a:r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A73DA30-4C53-C691-877A-9B5381477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49" y="3416522"/>
            <a:ext cx="4305901" cy="1590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461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423BB0-C66B-339F-10FB-EAF8790045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릴레이션 구조</a:t>
            </a:r>
            <a:br>
              <a:rPr lang="en-US" altLang="ko-KR" dirty="0"/>
            </a:br>
            <a:r>
              <a:rPr lang="en-US" altLang="ko-KR" dirty="0"/>
              <a:t>3.1</a:t>
            </a:r>
            <a:r>
              <a:rPr lang="ko-KR" altLang="en-US" dirty="0"/>
              <a:t> 전체 릴레이션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7A280C-AF36-3B75-3C3A-F0105BBAA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400" dirty="0"/>
              <a:t>users</a:t>
            </a:r>
          </a:p>
          <a:p>
            <a:r>
              <a:rPr lang="en-US" altLang="ko-KR" sz="1400" dirty="0"/>
              <a:t>products</a:t>
            </a:r>
          </a:p>
          <a:p>
            <a:r>
              <a:rPr lang="en-US" altLang="ko-KR" sz="1400" dirty="0"/>
              <a:t>carts</a:t>
            </a:r>
          </a:p>
          <a:p>
            <a:r>
              <a:rPr lang="en-US" altLang="ko-KR" sz="1400" dirty="0" err="1"/>
              <a:t>carts_items</a:t>
            </a:r>
            <a:endParaRPr lang="en-US" altLang="ko-KR" sz="1400" dirty="0"/>
          </a:p>
          <a:p>
            <a:r>
              <a:rPr lang="en-US" altLang="ko-KR" sz="1400" dirty="0"/>
              <a:t>orders</a:t>
            </a:r>
          </a:p>
          <a:p>
            <a:r>
              <a:rPr lang="en-US" altLang="ko-KR" sz="1400" dirty="0" err="1"/>
              <a:t>order_items</a:t>
            </a:r>
            <a:endParaRPr lang="en-US" altLang="ko-KR" sz="1400" dirty="0"/>
          </a:p>
          <a:p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AA4745-8903-4A04-8353-3C3C3295C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714497"/>
            <a:ext cx="7916380" cy="181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68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8B7CE-42C7-F4E5-84A9-850EC654C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3.2 </a:t>
            </a:r>
            <a:r>
              <a:rPr lang="ko-KR" altLang="en-US" dirty="0"/>
              <a:t>릴레이션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A6EF5E-521C-69F4-3C30-4AB86CAE5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users 1 : 1 carts</a:t>
            </a:r>
          </a:p>
          <a:p>
            <a:r>
              <a:rPr lang="en-US" altLang="ko-KR" dirty="0"/>
              <a:t>users 1 : N orders</a:t>
            </a:r>
          </a:p>
          <a:p>
            <a:r>
              <a:rPr lang="en-US" altLang="ko-KR" dirty="0"/>
              <a:t>carts 1 : N </a:t>
            </a:r>
            <a:r>
              <a:rPr lang="en-US" altLang="ko-KR" dirty="0" err="1"/>
              <a:t>cart_items</a:t>
            </a:r>
            <a:endParaRPr lang="en-US" altLang="ko-KR" dirty="0"/>
          </a:p>
          <a:p>
            <a:r>
              <a:rPr lang="en-US" altLang="ko-KR" dirty="0"/>
              <a:t>products 1 : N </a:t>
            </a:r>
            <a:r>
              <a:rPr lang="en-US" altLang="ko-KR" dirty="0" err="1"/>
              <a:t>cart_items</a:t>
            </a:r>
            <a:endParaRPr lang="en-US" altLang="ko-KR" dirty="0"/>
          </a:p>
          <a:p>
            <a:r>
              <a:rPr lang="en-US" altLang="ko-KR" dirty="0"/>
              <a:t>orders 1 : N </a:t>
            </a:r>
            <a:r>
              <a:rPr lang="en-US" altLang="ko-KR" dirty="0" err="1"/>
              <a:t>order_items</a:t>
            </a:r>
            <a:endParaRPr lang="en-US" altLang="ko-KR" dirty="0"/>
          </a:p>
          <a:p>
            <a:r>
              <a:rPr lang="en-US" altLang="ko-KR" dirty="0"/>
              <a:t>products 1 : N </a:t>
            </a:r>
            <a:r>
              <a:rPr lang="en-US" altLang="ko-KR" dirty="0" err="1"/>
              <a:t>order_items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3477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F2832-FDE1-7F2E-9827-E1D8FE82F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3.3 users </a:t>
            </a:r>
            <a:r>
              <a:rPr lang="ko-KR" altLang="en-US" dirty="0"/>
              <a:t>릴레이션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FE7A6EC-0CEA-7708-D059-0526435B66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id(PK) : </a:t>
            </a:r>
            <a:r>
              <a:rPr lang="ko-KR" altLang="en-US" dirty="0"/>
              <a:t>사용자 식별 </a:t>
            </a:r>
            <a:r>
              <a:rPr lang="ko-KR" altLang="en-US" dirty="0" err="1"/>
              <a:t>기본키</a:t>
            </a:r>
            <a:endParaRPr lang="en-US" altLang="ko-KR" dirty="0"/>
          </a:p>
          <a:p>
            <a:r>
              <a:rPr lang="en-US" altLang="ko-KR" dirty="0"/>
              <a:t>name : </a:t>
            </a:r>
          </a:p>
          <a:p>
            <a:r>
              <a:rPr lang="en-US" altLang="ko-KR" dirty="0"/>
              <a:t>Email(UNIQUE)</a:t>
            </a:r>
          </a:p>
          <a:p>
            <a:r>
              <a:rPr lang="en-US" altLang="ko-KR" dirty="0" err="1"/>
              <a:t>Password_hash</a:t>
            </a:r>
            <a:endParaRPr lang="en-US" altLang="ko-KR" dirty="0"/>
          </a:p>
          <a:p>
            <a:r>
              <a:rPr lang="en-US" altLang="ko-KR" dirty="0"/>
              <a:t>Role</a:t>
            </a:r>
          </a:p>
          <a:p>
            <a:r>
              <a:rPr lang="en-US" altLang="ko-KR" dirty="0" err="1"/>
              <a:t>Created_at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4EC890D-81E1-2016-411F-BA4283310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7260" y="4007644"/>
            <a:ext cx="7554379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45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179</Words>
  <Application>Microsoft Office PowerPoint</Application>
  <PresentationFormat>와이드스크린</PresentationFormat>
  <Paragraphs>41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PostgreSQL 기반 물품 구매 사이트</vt:lpstr>
      <vt:lpstr>목차</vt:lpstr>
      <vt:lpstr>1. Github 주소</vt:lpstr>
      <vt:lpstr>2. 기능 소개</vt:lpstr>
      <vt:lpstr>2.1 구현된 주요 기능</vt:lpstr>
      <vt:lpstr>3. 릴레이션 구조 3.1 전체 릴레이션 구조</vt:lpstr>
      <vt:lpstr>3.2 릴레이션 관계</vt:lpstr>
      <vt:lpstr>3.3 users 릴레이션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윤서 최</dc:creator>
  <cp:lastModifiedBy>윤서 최</cp:lastModifiedBy>
  <cp:revision>1</cp:revision>
  <dcterms:created xsi:type="dcterms:W3CDTF">2026-05-31T06:59:21Z</dcterms:created>
  <dcterms:modified xsi:type="dcterms:W3CDTF">2026-05-31T07:27:56Z</dcterms:modified>
</cp:coreProperties>
</file>